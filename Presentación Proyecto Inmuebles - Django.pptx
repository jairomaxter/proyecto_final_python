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lus Jakarta Sans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09058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210841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EVALUACIÓN HITOS 1 AL 5 • DESARROLLO WEB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63266"/>
            <a:ext cx="9101137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Plataforma de Gestión y Arriendo de Inmuebles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80408"/>
            <a:ext cx="83343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Desarrollo integral con Python, Django ORM, PostgreSQL y Patrón MVC.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5152" y="2724150"/>
            <a:ext cx="3403550" cy="2314575"/>
          </a:xfrm>
          <a:prstGeom prst="roundRect">
            <a:avLst>
              <a:gd name="adj" fmla="val 65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23298" y="2724150"/>
            <a:ext cx="3403550" cy="2314575"/>
          </a:xfrm>
          <a:prstGeom prst="roundRect">
            <a:avLst>
              <a:gd name="adj" fmla="val 65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RESUMEN EJECUTIVO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Alcance y Cobertura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864" y="3114675"/>
            <a:ext cx="3278125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284C7"/>
                </a:solidFill>
                <a:latin typeface="Plus Jakarta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864" y="3952875"/>
            <a:ext cx="3278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34155"/>
                </a:solidFill>
                <a:latin typeface="Plus Jakarta Sans"/>
              </a:rPr>
              <a:t>Hitos Completados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864" y="4248150"/>
            <a:ext cx="3278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Desde BD hasta aplicación web funcional.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6011" y="3114675"/>
            <a:ext cx="3278125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 dirty="0">
                <a:solidFill>
                  <a:srgbClr val="0284C7"/>
                </a:solidFill>
                <a:latin typeface="Plus Jakarta Sans"/>
              </a:rPr>
              <a:t>MVC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6011" y="3952875"/>
            <a:ext cx="3278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34155"/>
                </a:solidFill>
                <a:latin typeface="Plus Jakarta Sans"/>
              </a:rPr>
              <a:t>Patrón Arquitectónico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6011" y="4248150"/>
            <a:ext cx="3278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Separación robusta de lógica y vistas.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3212"/>
            <a:ext cx="3505200" cy="2152650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57512"/>
            <a:ext cx="3505200" cy="1924050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43212"/>
            <a:ext cx="3505200" cy="2152650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05162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319462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05162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HITO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Conexión a Base de Datos y Modelos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4331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Entorno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95737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Configuración robusta del entorno virtual y paquetes necesarios para Django.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5761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Modelo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110037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Definición precisa de entidades para Inmuebles, Regiones y Comunas.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4331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Manipulación 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95737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Implementación de operaciones eficientes para manipulación de registros.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0275" y="2786062"/>
            <a:ext cx="5572125" cy="2266950"/>
          </a:xfrm>
          <a:prstGeom prst="roundRect">
            <a:avLst>
              <a:gd name="adj" fmla="val 6722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33662"/>
            <a:ext cx="49434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33837"/>
            <a:ext cx="49434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537" y="3100387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HITO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Panel Admin y Autenticación Segura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4952" y="3900487"/>
            <a:ext cx="216277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Roles y Permisos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6665" y="4281487"/>
            <a:ext cx="61793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Segmentación clara entre arrendadores y arrendatarios mediante grupos de usuarios.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871787"/>
            <a:ext cx="586323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Configuración del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67062"/>
            <a:ext cx="4562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Superusuario operativo y modelos registrados con personalización de filtros y búsqueda.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271962"/>
            <a:ext cx="586323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Autenticación django-auth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567237"/>
            <a:ext cx="4562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Vistas funcionales de registro, inicio y cierre de sesión con control de accesos.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3212"/>
            <a:ext cx="3505200" cy="2152650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43212"/>
            <a:ext cx="3505200" cy="2152650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43212"/>
            <a:ext cx="3505200" cy="2152650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05162"/>
            <a:ext cx="2381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0516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05162"/>
            <a:ext cx="2000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HITO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Migraciones y Recuperación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4331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Poblamiento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95737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Uso estratégico de migraciones para inicializar registros base en la base de datos.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64331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Filtrado por Comunas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995737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Consultas optimizadas extrayendo nombre y descripción mediante scripts Python.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4331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Reportes en 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95737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Almacenamiento estructurado de resultados por región en archivos de texto.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0275" y="2786062"/>
            <a:ext cx="5572125" cy="2266950"/>
          </a:xfrm>
          <a:prstGeom prst="roundRect">
            <a:avLst>
              <a:gd name="adj" fmla="val 6722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33662"/>
            <a:ext cx="49434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33837"/>
            <a:ext cx="49434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337" y="3100387"/>
            <a:ext cx="7620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HITO 4 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Aplicación Web y Patrón MVC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400" y="3900487"/>
            <a:ext cx="298787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Experiencia de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6665" y="4281487"/>
            <a:ext cx="61793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Diseño responsivo optimizado para navegación fluida en computadores y dispositivos móviles.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871787"/>
            <a:ext cx="586323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Perfiles Personalizados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67062"/>
            <a:ext cx="4562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Templates dinámicos adaptados para arrendatarios y arrendadores con opción de edición.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271962"/>
            <a:ext cx="586323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Operaciones CRUD completas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567237"/>
            <a:ext cx="4562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Interfaces web intuitivas para agregar, actualizar y eliminar inmuebles eficientemente.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71800"/>
            <a:ext cx="3403550" cy="1819275"/>
          </a:xfrm>
          <a:prstGeom prst="roundRect">
            <a:avLst>
              <a:gd name="adj" fmla="val 83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971800"/>
            <a:ext cx="3403550" cy="1819275"/>
          </a:xfrm>
          <a:prstGeom prst="roundRect">
            <a:avLst>
              <a:gd name="adj" fmla="val 83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78700" y="2971800"/>
            <a:ext cx="3403550" cy="1819275"/>
          </a:xfrm>
          <a:prstGeom prst="roundRect">
            <a:avLst>
              <a:gd name="adj" fmla="val 83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988" y="3286125"/>
            <a:ext cx="42862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351" y="328612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276" y="3286125"/>
            <a:ext cx="4762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DEMOSTRACIÓN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Funcionamiento en Vivo del Servidor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346" y="3819525"/>
            <a:ext cx="36420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Gestión de Arriendos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062" y="4114800"/>
            <a:ext cx="3468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Publicación y visualización dinámica de propiedades.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4897" y="3819525"/>
            <a:ext cx="36420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Filtros Avanzados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12" y="4114800"/>
            <a:ext cx="3468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Búsqueda segmentada por comuna y región en tiempo real.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9447" y="3819525"/>
            <a:ext cx="36420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Control de Acceso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6163" y="4114800"/>
            <a:ext cx="3468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Validación de credenciales y perfiles de usuario.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3212"/>
            <a:ext cx="3505200" cy="2152650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43212"/>
            <a:ext cx="3505200" cy="2152650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43212"/>
            <a:ext cx="3505200" cy="2152650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05162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0516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05162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ANÁLISIS CRÍTICO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Retos Técnicos y Soluciones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4331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Mapeo de Relaciones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95737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Resolución de llaves foráneas complejas entre Inmuebles, Comunas y Regiones en 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64331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Seguridad y Permisos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995737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Configuración de decoradores de acceso para restringir vistas CRUD según tipo de usuario.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4331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Sincronización 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95737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Control de versiones riguroso para mantener estabilidad durante migraciones múltiples.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152650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89186" y="2990850"/>
            <a:ext cx="9013626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¡Proyecto Finalizado con Éxito!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24275"/>
            <a:ext cx="7143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Disponible para demostración en vivo y revisión de requerimientos técnicos.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17156" y="4505325"/>
            <a:ext cx="4357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Academia de Talentos Digitales • Desafío Latam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376</Words>
  <Application>Microsoft Office PowerPoint</Application>
  <PresentationFormat>Panorámica</PresentationFormat>
  <Paragraphs>62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Plus Jakarta Sans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Jairo Maxter</cp:lastModifiedBy>
  <cp:revision>2</cp:revision>
  <dcterms:created xsi:type="dcterms:W3CDTF">2013-01-27T09:14:16Z</dcterms:created>
  <dcterms:modified xsi:type="dcterms:W3CDTF">2026-10-21T01:51:50Z</dcterms:modified>
  <cp:category/>
</cp:coreProperties>
</file>